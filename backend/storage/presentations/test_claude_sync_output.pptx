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2286000"/>
          </a:xfrm>
          <a:prstGeom prst="rect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2743200"/>
          </a:xfrm>
          <a:prstGeom prst="rect">
            <a:avLst/>
          </a:prstGeom>
          <a:solidFill>
            <a:srgbClr val="00B4D8">
              <a:alpha val="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Innovations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the future.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0" y="3749040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Next-Gen Intelligence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8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2468880" cy="256032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246888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1412748" y="1801368"/>
            <a:ext cx="740664" cy="740664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87452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AI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cutting-edge machine learning models and deep neural networks for intelligent automation.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554480"/>
            <a:ext cx="2468880" cy="256032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554480"/>
            <a:ext cx="246888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9"/>
          <p:cNvSpPr/>
          <p:nvPr/>
        </p:nvSpPr>
        <p:spPr>
          <a:xfrm>
            <a:off x="4201668" y="1801368"/>
            <a:ext cx="740664" cy="740664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187452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Execution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2044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processing pipelines optimized for real-time performance at enterprise scale.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554480"/>
            <a:ext cx="2468880" cy="256032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554480"/>
            <a:ext cx="246888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Shape 14"/>
          <p:cNvSpPr/>
          <p:nvPr/>
        </p:nvSpPr>
        <p:spPr>
          <a:xfrm>
            <a:off x="6990588" y="1801368"/>
            <a:ext cx="740664" cy="740664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0" y="1874520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Formatting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30936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configurable output tailored to your specifications with pixel-perfect precision.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Innovations</dc:title>
  <dc:subject>PptxGenJS Presentation</dc:subject>
  <dc:creator>AI Innovations</dc:creator>
  <cp:lastModifiedBy>AI Innovations</cp:lastModifiedBy>
  <cp:revision>1</cp:revision>
  <dcterms:created xsi:type="dcterms:W3CDTF">2026-04-04T12:26:27Z</dcterms:created>
  <dcterms:modified xsi:type="dcterms:W3CDTF">2026-04-04T12:26:27Z</dcterms:modified>
</cp:coreProperties>
</file>