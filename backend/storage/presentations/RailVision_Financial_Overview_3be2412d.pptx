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Financial Overview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Ali Mirsa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insightful financial overview presented by Ali Mirsa, outlining key highlights and strategic directions for RailVision.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Financial Performance Indicators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shortline segment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metrics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Emphasizing strategic outlook driven by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and Analysis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segmented by key categories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across major markets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revenue drivers and growth contributors.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efficiencies identified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insights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financial efficiencies and optimization areas.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insights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growth trajectory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 driving informed projections.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Investment Insights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investment opportunities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alignment with strategic goals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risks and opportunities for strategic advancements.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RailVision Financial Overview</dc:title>
  <dc:subject>PptxGenJS Presentation</dc:subject>
  <dc:creator>Ali Mirsa</dc:creator>
  <cp:lastModifiedBy>Ali Mirsa</cp:lastModifiedBy>
  <cp:revision>1</cp:revision>
  <dcterms:created xsi:type="dcterms:W3CDTF">2026-04-05T05:01:15Z</dcterms:created>
  <dcterms:modified xsi:type="dcterms:W3CDTF">2026-04-05T05:01:15Z</dcterms:modified>
</cp:coreProperties>
</file>