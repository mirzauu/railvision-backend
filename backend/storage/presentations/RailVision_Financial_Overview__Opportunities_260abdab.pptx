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Revenue by Segment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bubble3D val="0"/>
            <c:spPr>
              <a:solidFill>
                <a:srgbClr val="5EEAD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Analytics</c:v>
                </c:pt>
                <c:pt idx="1">
                  <c:v>Sensors</c:v>
                </c:pt>
                <c:pt idx="2">
                  <c:v>Services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120</c:v>
                </c:pt>
                <c:pt idx="1">
                  <c:v>85</c:v>
                </c:pt>
                <c:pt idx="2">
                  <c:v>45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Cost Distribution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9E0B"/>
              </a:solidFill>
              <a:effectLst/>
            </c:spPr>
          </c:dPt>
          <c:dPt>
            <c:idx val="1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bubble3D val="0"/>
            <c:spPr>
              <a:solidFill>
                <a:srgbClr val="F9731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Personnel</c:v>
                </c:pt>
                <c:pt idx="1">
                  <c:v>Technology</c:v>
                </c:pt>
                <c:pt idx="2">
                  <c:v>Operational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30</c:v>
                </c:pt>
                <c:pt idx="1">
                  <c:v>40</c:v>
                </c:pt>
                <c:pt idx="2">
                  <c:v>30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RailVision Financial Overview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Opportunities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0" y="3840480"/>
            <a:ext cx="9144000" cy="914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Financial Performance &amp; Growth Initiatives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focus in the shortline segment signifies </a:t>
            </a:r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financial performance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breakdowns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provide insight into market emphasis</a:t>
            </a:r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partnerships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drive growth projections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114800"/>
            <a:ext cx="7863840" cy="822960"/>
          </a:xfrm>
          <a:prstGeom prst="rect">
            <a:avLst/>
          </a:prstGeom>
          <a:solidFill>
            <a:srgbClr val="F0F9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20624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financial indicators lay the groundwork for continued strategy and growth.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3200400" cy="822960"/>
          </a:xfrm>
          <a:prstGeom prst="rect">
            <a:avLst/>
          </a:prstGeom>
          <a:solidFill>
            <a:srgbClr val="0D9488">
              <a:alpha val="85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143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$120M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3200400" cy="822960"/>
          </a:xfrm>
          <a:prstGeom prst="rect">
            <a:avLst/>
          </a:prstGeom>
          <a:solidFill>
            <a:srgbClr val="14B8A6">
              <a:alpha val="85000"/>
            </a:srgbClr>
          </a:solidFill>
          <a:ln w="254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488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$85M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3108960"/>
            <a:ext cx="3200400" cy="822960"/>
          </a:xfrm>
          <a:prstGeom prst="rect">
            <a:avLst/>
          </a:prstGeom>
          <a:solidFill>
            <a:srgbClr val="5EEAD4">
              <a:alpha val="85000"/>
            </a:srgbClr>
          </a:solidFill>
          <a:ln w="25400">
            <a:solidFill>
              <a:srgbClr val="5EEA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1546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5204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$45M</a:t>
            </a:r>
            <a:endParaRPr lang="en-US" sz="20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114800" y="1005840"/>
          <a:ext cx="45720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 Analysis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12801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Costs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Investments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926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Overhead</a:t>
            </a:r>
            <a:endParaRPr lang="en-US" sz="14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114800" y="1005840"/>
          <a:ext cx="45720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640080" y="4114800"/>
            <a:ext cx="7863840" cy="822960"/>
          </a:xfrm>
          <a:prstGeom prst="rect">
            <a:avLst/>
          </a:prstGeom>
          <a:solidFill>
            <a:srgbClr val="FEF3C7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20624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cost management is crucial for sustained profitability.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Projections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4023360" cy="25603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 Expected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Shortline &amp; Class I segments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4023360" cy="25603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2801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$134M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02920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American Expansion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27432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ARR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alliances planned to bolster market presence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Market Opportunities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863840" cy="868680"/>
          </a:xfrm>
          <a:prstGeom prst="rect">
            <a:avLst/>
          </a:prstGeom>
          <a:solidFill>
            <a:srgbClr val="F0F9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97280"/>
            <a:ext cx="45720" cy="8686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1704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Shortline Deployment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0" y="11704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$30M+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53619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recurring revenue opportunity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7863840" cy="868680"/>
          </a:xfrm>
          <a:prstGeom prst="rect">
            <a:avLst/>
          </a:prstGeom>
          <a:solidFill>
            <a:srgbClr val="F0F9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057400"/>
            <a:ext cx="45720" cy="8686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1305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Wabtec Partnership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0" y="213055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249631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offerings expansion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7863840" cy="868680"/>
          </a:xfrm>
          <a:prstGeom prst="rect">
            <a:avLst/>
          </a:prstGeom>
          <a:solidFill>
            <a:srgbClr val="F0F9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017520"/>
            <a:ext cx="45720" cy="8686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0906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Alliances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30906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Holland, Loram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45643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 &amp; global expansion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114800"/>
            <a:ext cx="7863840" cy="822960"/>
          </a:xfrm>
          <a:prstGeom prst="rect">
            <a:avLst/>
          </a:prstGeom>
          <a:solidFill>
            <a:srgbClr val="F0F9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20624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market share in underserved segments provides substantial growth potential.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Strategies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265176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9164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matrix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identification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mapping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005840"/>
            <a:ext cx="265176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005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Tactics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155448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69164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upgrades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insurance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monitoring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005840"/>
            <a:ext cx="265176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0058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Cross-functional Alignment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69164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consolidation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coordination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management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7863840" cy="822960"/>
          </a:xfrm>
          <a:prstGeom prst="rect">
            <a:avLst/>
          </a:prstGeom>
          <a:solidFill>
            <a:srgbClr val="FEF3C7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20624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anticipations and management strategies ensure that RailVision remains agile and resilient against potential challenges.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RailVision Financial Overview &amp; Opportunities</dc:title>
  <dc:subject>PptxGenJS Presentation</dc:subject>
  <dc:creator>RailVision</dc:creator>
  <cp:lastModifiedBy>RailVision</cp:lastModifiedBy>
  <cp:revision>1</cp:revision>
  <dcterms:created xsi:type="dcterms:W3CDTF">2026-04-05T05:07:10Z</dcterms:created>
  <dcterms:modified xsi:type="dcterms:W3CDTF">2026-04-05T05:07:10Z</dcterms:modified>
</cp:coreProperties>
</file>