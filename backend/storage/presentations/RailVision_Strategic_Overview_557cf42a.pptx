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RailVision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Overview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0FF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Rail Predictive Maintenance Market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Summary: Growing Rail Predictive Maintenance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7160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D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global market for rail predictive maintenance is projected to grow exponentially, presenting a 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$1.5B opportunity</a:t>
            </a:r>
            <a:pPr indent="0" marL="0">
              <a:buNone/>
            </a:pPr>
            <a:r>
              <a:rPr lang="en-US" sz="1600" dirty="0">
                <a:solidFill>
                  <a:srgbClr val="0D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0D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D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RailVision has set ambitious targets to capture a significant share by focusing on technological advancements and strategic partnerships.</a:t>
            </a:r>
            <a:pPr indent="0" marL="0">
              <a:buNone/>
            </a:pPr>
            <a:r>
              <a:rPr lang="en-US" sz="1600" dirty="0">
                <a:solidFill>
                  <a:srgbClr val="0D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D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 needed: 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Initiate partnerships with shortline rail operators and launch pilot projects</a:t>
            </a:r>
            <a:pPr indent="0" marL="0">
              <a:buNone/>
            </a:pPr>
            <a:r>
              <a:rPr lang="en-US" sz="1600" dirty="0">
                <a:solidFill>
                  <a:srgbClr val="0D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590288"/>
            <a:ext cx="7863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RailVision's cutting-edge AI solutions place it in a strong competitive position to dominate this growing market.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Landscape: RailVision's Competitive Edge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10896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Share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 Strengths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Advantage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Wabtec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 market leader, vast resources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Emerging tech disruptor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Siemens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 European presence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Agile and adaptable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Hitachi Rail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Advanced R&amp;D capabilities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 on sustainable solutions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RailVision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and Real-Time Data Solutions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Predictive analytics prowess and rapid deployment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590288"/>
            <a:ext cx="7863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RailVision's innovative approach and strategic alliances provide unique market differentiation.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RailVision Strategic Overview</dc:title>
  <dc:subject>Strategic Overview - Rail Predictive Maintenance</dc:subject>
  <dc:creator>RailVision</dc:creator>
  <cp:lastModifiedBy>RailVision</cp:lastModifiedBy>
  <cp:revision>1</cp:revision>
  <dcterms:created xsi:type="dcterms:W3CDTF">2026-04-05T06:44:06Z</dcterms:created>
  <dcterms:modified xsi:type="dcterms:W3CDTF">2026-04-05T06:44:06Z</dcterms:modified>
</cp:coreProperties>
</file>