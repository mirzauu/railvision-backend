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Analytics</c:v>
                  </c:pt>
                  <c:pt idx="1">
                    <c:v>Sensors</c:v>
                  </c:pt>
                  <c:pt idx="2">
                    <c:v>Services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85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F2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Financial Analysis &amp; Growth Projections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highlights: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focus in the shortline segment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analysis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on cost structure and growth projections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strong revenue growth while efficiently managing costs.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943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005840"/>
            <a:ext cx="21031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18872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
</a:t>
            </a:r>
            <a:endParaRPr lang="en-US" sz="11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drives 48% of revenue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 in Sensors segment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519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segment continues to drive substantial revenue, with Sensors and Services showing steady growth.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&amp; Efficiency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&amp; Labor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&amp; Product Development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Overhead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Sensors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Expansion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Growth Initiatives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operations and investing wisely in capital projects is key to sustaining growth.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Projections &amp; Strategic Insights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trajectory and strategic initiatives 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potential impact on market position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Areas: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Innovation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foresight is essential to capture emerging opportunities efficiently.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 &amp; Conclusions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Investment Opportunities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Penetration in Shortline Segment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Integration &amp; AI-Driven Analytics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Summary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 and economic cycles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evolution and regulatory changes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through diversification &amp; innovation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98848"/>
            <a:ext cx="78638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investments can drive substantial growth despite inherent industry risks.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Financial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RailVision Financial Overview</dc:title>
  <dc:subject>PptxGenJS Presentation</dc:subject>
  <dc:creator>RailVision</dc:creator>
  <cp:lastModifiedBy>RailVision</cp:lastModifiedBy>
  <cp:revision>1</cp:revision>
  <dcterms:created xsi:type="dcterms:W3CDTF">2026-04-05T04:56:40Z</dcterms:created>
  <dcterms:modified xsi:type="dcterms:W3CDTF">2026-04-05T04:56:40Z</dcterms:modified>
</cp:coreProperties>
</file>