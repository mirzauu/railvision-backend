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RailVision – Intelligent Rail, Optimized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1800" b="0">
                <a:solidFill>
                  <a:srgbClr val="AABBCC"/>
                </a:solidFill>
                <a:latin typeface="Calibri"/>
              </a:rPr>
              <a:t>AI-Powered Fuel &amp; Performance Optimization for Shortline Railroads</a:t>
            </a:r>
          </a:p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1800" b="0">
                <a:solidFill>
                  <a:srgbClr val="AABBCC"/>
                </a:solidFill>
                <a:latin typeface="Calibri"/>
              </a:rPr>
              <a:t>Prepared for Executive Review | January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566160"/>
            <a:ext cx="301752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RailVision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1800" b="0">
                <a:solidFill>
                  <a:srgbClr val="AABBCC"/>
                </a:solidFill>
                <a:latin typeface="Calibri"/>
              </a:rPr>
              <a:t>AI-Powered Fuel &amp; Performance Optimization for Shortline Railroads</a:t>
            </a:r>
          </a:p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1800" b="0">
                <a:solidFill>
                  <a:srgbClr val="AABBCC"/>
                </a:solidFill>
                <a:latin typeface="Calibri"/>
              </a:rPr>
              <a:t>Prepared for Executive Review | January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566160"/>
            <a:ext cx="301752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The Problem: Shortline Railroads Are Bleeding Efficiency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Fuel represents 30–40% of shortline railroad operating costs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Crew handling inconsistency causes significant fuel variance on identical routes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Aging equipment and limited capital make large-scale tech upgrades infeasible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No real-time visibility into train location, speed limits, or slow orders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Safety and compliance risks compound from purely manual operations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The Solution: EcoRail — The 'Google Maps' for Rail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AI-powered real-time recommendations that save fuel and reduce GHG emissions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Live Train Location &amp; Operating Context (LTOC): geo-location + limits + pacing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Visible in-cab and in-office for operators and management alike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Advisory mode requires NO PTC connection — zero integration barriers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Reduces fuel costs and greenhouse gas emissions by up to 20%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How It Works: LTOC Technology in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Real-time geo-location fused with current speed limits and active slow orders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ETAs and pacing guidance delivered live to crew and operations center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Runs on any locomotive — zero hardware overhaul required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Simple tablet deployment: fast to install, easy to adopt, instantly scalable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Staged platform approach: fuel optimization today → full autonomy tomorrow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Shortline-Proof ROI: Zero Risk, Proven Returns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Zero upfront cost — you only pay when you save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Value-share model: RailVision earns 30% of verified fuel savings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Flat subscription option available for predictable budgeting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60–90 day corridor pilot delivers high single-digit fuel savings on eligible trips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 b="0">
                <a:solidFill>
                  <a:srgbClr val="333344"/>
                </a:solidFill>
                <a:latin typeface="Calibri"/>
              </a:rPr>
              <a:t>Improved advisory compliance and fewer operational exceptions from day 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