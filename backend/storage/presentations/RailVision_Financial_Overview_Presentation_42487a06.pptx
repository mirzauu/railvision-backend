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Shortlines</c:v>
                  </c:pt>
                  <c:pt idx="1">
                    <c:v>AI Tech</c:v>
                  </c:pt>
                  <c:pt idx="2">
                    <c:v>Other Services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9.2</c:v>
                </c:pt>
                <c:pt idx="1">
                  <c:v>4.5</c:v>
                </c:pt>
                <c:pt idx="2">
                  <c:v>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F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F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Profitability ($M)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6.8</c:v>
                </c:pt>
                <c:pt idx="2">
                  <c:v>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F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F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ARR ($M)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12.5</c:v>
                </c:pt>
                <c:pt idx="2">
                  <c:v>15</c:v>
                </c:pt>
                <c:pt idx="3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F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F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 Financial Overview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RailVision Financial Overview presentation for 2026.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Highlights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7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- Shortline Segment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234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7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Efficiency Increase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34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7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Shortlines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00A896">
              <a:alpha val="85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RailVision's financial strategy leverages shortline efficiencies to accelerate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look at RailVision's financial metrics and current standing.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by Segment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212080" y="1097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RailVision's revenue is largely driven by the shortline segment, reflecting strong market positioning and service efficiency.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12080" y="2103120"/>
            <a:ext cx="1645920" cy="5943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1208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$16.4M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12080" y="2423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12080" y="2926080"/>
            <a:ext cx="1645920" cy="5943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1208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 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3749040"/>
            <a:ext cx="1645920" cy="59436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12080" y="4069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Potential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Analysis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 ($M)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Continued product development and API integrations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rollout costs including pilot deployments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Hires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hires for expanded capabilities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4114800"/>
            <a:ext cx="2286000" cy="64008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4160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Costs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2240" y="43891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Trends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058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7784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growth from 2023-2025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7784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year-over-year increase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efficiency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78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market adaptation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Financial Decisions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potential strategic financial actions and their implications for RailVision's growth.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new market segments leveraging AI capabilities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product features for higher ROI and customer satisfaction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high-potential sectors could double RailVision's ARR by 2027.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Mitigation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0312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Technological Advancements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Continued R&amp;D investment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Competition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partnerships and cost leadership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00A896">
              <a:alpha val="85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key risks proactively is essential for maintaining competitive edge.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ARR growth demonstrates RailVision's strong market potential and strategic trajectory.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0" y="2011680"/>
            <a:ext cx="2651760" cy="5029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20848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06640" y="20848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0" y="2651760"/>
            <a:ext cx="2651760" cy="5029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27249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06640" y="27249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0" y="3291840"/>
            <a:ext cx="2651760" cy="5029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3649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33649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028090">
              <a:alpha val="95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Insightful financial strategies and metrics poised RailVision for robust growth.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on targeted innovations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strategic alliances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4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strategic investments in technology and R&amp;D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market position through targeted partnerships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4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pilot programs for continuous feedback and growth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initiatives position RailVision for sustainable growth and market leadership.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RailVision Financial Overview Presentation</dc:title>
  <dc:subject>PptxGenJS Presentation</dc:subject>
  <dc:creator>RailVision</dc:creator>
  <cp:lastModifiedBy>RailVision</cp:lastModifiedBy>
  <cp:revision>1</cp:revision>
  <dcterms:created xsi:type="dcterms:W3CDTF">2026-04-05T04:51:06Z</dcterms:created>
  <dcterms:modified xsi:type="dcterms:W3CDTF">2026-04-05T04:51:06Z</dcterms:modified>
</cp:coreProperties>
</file>