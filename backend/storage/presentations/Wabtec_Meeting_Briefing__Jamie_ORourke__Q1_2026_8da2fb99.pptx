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Wabtec Meeting Briefing — Jamie O'Rourke | Q1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Strategic Partner Offering | Q1 2026 | Confidential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Extending Trip Optimizer's reach into shortline, yard, and next-gen AI markets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Prepared for: Jamie O'Rourke, CEO, RailVision Analytics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Meeting Objective: Secure technical deep-dive commitment within 2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RailVision + Wabtec: A Complementary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Strategic Partner Offering | Q1 2026 | Confidential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Extending Trip Optimizer's reach into shortline, yard, and next-gen AI markets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Prepared for: Jamie O'Rourke, CEO, RailVision Analytics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800" b="0">
                <a:solidFill>
                  <a:srgbClr val="AABBCC"/>
                </a:solidFill>
                <a:latin typeface="Calibri"/>
              </a:rPr>
              <a:t>Meeting Objective: Secure technical deep-dive commitment within 2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Meeting Objective — Bottom Line Up Front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We're not here to compete with Trip Optimizer. We're here to complete it.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Trip Optimizer dominates Class I line-haul — but leaves $1.5B+ in annual fuel spend unserved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RailVision fills three specific gaps TO cannot reach: shortlines, yards, and next-gen AI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The Ask: $3M strategic investment + co-sell partnership + acquisition option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Meeting Goal: Earn the next meeting — a technical deep-dive within 2 weeks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The $1.5B Blind Spot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Trip Optimizer leaves three adjacent markets completely unserved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Gap 1 — Shortline Railroads: $764M annual fuel spend across 450+ railroads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Gap 2 — Class I Yard Locomotives: $750M+ annual fuel spend across 3,000+ switchers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Gap 3 — Next-Gen AI Architecture: $200M+ global ARR potential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RailVision is purpose-built to fill all three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Gap 1: Shortline Railroads — $764M Unserved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450+ railroads, 2,500+ locomotives, 3,000+ engineers — virtually zero fuel optimization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Trip Optimizer requires dedicated onboard hardware integrated into locomotive systems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Installation cycles measured in weeks per locomotive — impractical for shortline fleets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Cost-prohibitive for shortline budgets and fleet sizes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12,000+ TO installs — but few if any on shortline railroads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EcoRail deploys via tablet in 1 day, no hardware, $0 upfront, gainshare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Gap 2: Class I Yard Locomotives — $750M+ Unserved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3,000+ Class I switching locomotives consume 250M+ gallons per year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82,490 gallons per switcher per year (EPA) — 80% of fleet is pre-Tier 0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TO auto control activates at 12 mph — yard operations are below 10 mph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TO calculates terrain-based profiles over distance — yards are flat with constant stop-start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Switchers idle 60–80% of time (~24,000 gal/year idling) — TO has no idle optimization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TO requires locomotive-integrated hardware — most yard switchers are 20–50 years 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Gap 3: Next-Gen AI Architecture — Future-Proofing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Trip Optimizer runs on legacy physics-based algorithms with firmware update cycles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RailVision's EcoRail is LLM-powered, cloud-native, and continuously learning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Over-the-air (OTA) continuous deployment vs. manual firmware updates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Cloud aggregation + LLM ingestion vs. onboard sensors + local compute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$200M+ global ARR potential for next-gen AI train handling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Strategic imperative: own the disruption before a competitor does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Technology Comparison: Complementary, Not Competitive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Deployment: TO = hardware-integrated | EcoRail = tablet + iPad, cloud-based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Installation: TO = weeks to months per loco | EcoRail = 1 day per railroad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AI Approach: TO = physics-based algorithms | EcoRail = LLM-powered, learning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Updates: TO = firmware cycles | EcoRail = OTA continuous deployment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Target Market: TO = Class I main line | EcoRail = shortlines + Class I yards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Fuel Savings: TO = 10–15% (EPA-certified) | EcoRail = 8% (field-proven)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Upfront Cost: TO = significant hardware + license | EcoRail = $0 gainshare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Proven Results — Field-Validated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VIA Rail Canada: 592 trips | 8.29% avg fuel savings | 61,950 gallons saved | $232,313 value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Period: May 2023 – Sep 2024 | Routes: Toronto-Ottawa &amp; Toronto-Windsor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Vermont Rail: 8% fuel savings | Active deployment | Gainshare model validated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GWRR (Genesee &amp; Wyoming): Largest shortline aggregator | 112 properties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GWRR potential: $2.7M RailVision ARR (30%) | GWRR retains $6.3M (70%)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Zero risk to customer: pay only on proven, documented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Shortline Market Opportunity — $10M+ ARR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8% fuel savings across 450+ target railroads = $10M+ ARR market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Top 3 aggregator targets represent $4.6M near-term ARR: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Genesee &amp; Wyoming: 112 properties | ~500 locos | $9M savings | $2.7M ARR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OmniTrax: 22 properties | ~100 locos | $1.6M savings | $600K ARR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Watco Companies: 38 properties | ~150 locos | $2.2M savings | $900K ARR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Aggregator model enables rapid portfolio-wide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Yard Optimization — A New Revenue Stream for Wabtec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$60M+ annual savings opportunity from 8% yard fuel optimization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$18M+ ARR potential at 30% gainshare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AI Throttle Optimization: optimal throttle settings for low-speed car movements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Idle Reduction Intelligence: AI-guided shutdown/restart timing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Switching Standardization: consistent guidance reduces variability and training costs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Emissions Compliance: documented reductions support EPA and CARB reporting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This is revenue Wabtec's existing products cannot capture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Gainshare Economics — Zero Upfront Cost, 100%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Railroads buy risk and cost reduction. Not software.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Customer pays $0 upfront — railroad retains 70% of documented fuel savings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RailVision receives 30% gainshare on verified monthly savings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90-day implementation sprint from contract to results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Combined addressable market for Wabtec partnership: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Shortline ARR: $4.6M + Yard ARR: $18M+ = $22M+ Combined ARR Opportunity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Partnership Structure — What Each Side 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WHAT WABTEC GETS: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Shortline distribution: immediate access to 450+ railroads TO cannot serve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Yard optimization product: new recurring revenue from Class I yard market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Advanced AI R&amp;D pipeline: LLM-powered architecture for future TO evolution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Acquisition option: right to acquire at validated $50M–$100M valuation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WHAT RAILVISION GETS: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Wabtec brand credibility with conservative railroad buyers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Class I relationships: access to all 6 North American Class I railroads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GIS + system integration leverage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$3M strategic funding: bridge to breakeven (18+ months runway)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Revenue Trajectory — Path to $30M+ ARR by 2030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2026: $119K ARR (GWRR early deployment)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2027: $1.25M ARR (aggregator expansion) — Breakeven at Q4 2027 ($1.5M+ ARR)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2028: $9.0M ARR (shortline market penetration)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2029: $17.2M ARR (Class I yard early adopters)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2030: $29.5M ARR (global expansion begins)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Current burn rate: $200K/month | With $3M funding: 18+ months to sustainability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Wabtec yard upside adds $5–10M incremental ARR by 2029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Partnership Roadmap — Shortlines → Yards → AI →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Phase 1: Shortline Partnership Launch — $764M fuel market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Phase 2: Scaled Shortline Deployment across aggregator portfolios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Phase 3: Class I Yard Adoption via Wabtec Co-Sell — $750M+ fuel market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Phase 4: Trip Optimizer AI Evolution — $13.3B fuel market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Phase 5: Global Expansion + Autonomy — $4.3B fuel market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Global ARR Potential: $200M+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What railroads want: $1B+ in aggregate fuel savings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The Strategic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$3M bridge financing from Wabtec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Brand strength + railroad sales and support via co-sell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Full acquisition rights for long-term ownership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Valuation target: $50M–$100M (5–10x ARR for strategic acquirer)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Q2 2026 milestone: first GWRR properties live ($200K ARR run rate)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Q4 2026 milestone: $2.5M+ ARR across 15+ properties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This is a modest, strategic bet with outsized optionality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Anticipated Wabtec Concerns &amp; Responses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"Why not build this ourselves?" → 2–3 year delay; RailVision has 8 years of IP and field data now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"8% savings vs TO's 10–15%?" → Different markets; shortlines have zero optimization today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"Revenue is near-zero today" → Technology is proven; GWRR deployment begins Q2 2026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"$50M–$100M valuation seems high" → Based on $30M ARR by 2030 at 5–10x; standard SaaS multiples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"Why do you need us?" → Credibility + channel access to conservative buyers + yard market entry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"What if GWRR pilot underperforms?" → 592-trip VIA Rail data validates the model; gainshare = zero 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Jamie's Key Talking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OPEN WITH: "We're not here to compete with Trip Optimizer. We're here to complete it."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FRAME THE GAP: "$1.5B in fuel spend sits untouched — markets TO was never designed to serve"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PROVE IT: "592 trips. 8.29% savings. Auditable. Repeatable. Field-proven."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DE-RISK: "Zero upfront cost. Gainshare only. The railroad keeps 70%."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STRATEGIC: "If Wabtec doesn't fill these gaps, someone else will."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CLOSE: "We're not asking you to bet the farm. We're asking for a $3M option on a $200M+ market."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Meeting Goal &amp; Proposed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Primary Goal: Secure agreement for a technical deep-dive within 2 weeks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Do NOT try to close the deal in this room — earn the next meeting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Proposed Next Step 1: Technical deep-dive with Wabtec engineering team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Proposed Next Step 2: GWRR pilot data review — share full VIA Rail dataset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Proposed Next Step 3: Partnership term sheet discussion (Corp Dev track)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Success Signal: Wabtec names specific people for the follow-up meeting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5 Numbers to Memorize: 8.29% | 592 trips | $1.5B market | 112 GWRR properties | $3M 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